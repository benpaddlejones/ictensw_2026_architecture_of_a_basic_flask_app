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12"/>
  </p:notesMasterIdLst>
  <p:handoutMasterIdLst>
    <p:handoutMasterId r:id="rId13"/>
  </p:handoutMasterIdLst>
  <p:sldIdLst>
    <p:sldId id="266" r:id="rId5"/>
    <p:sldId id="26439" r:id="rId6"/>
    <p:sldId id="26395" r:id="rId7"/>
    <p:sldId id="26487" r:id="rId8"/>
    <p:sldId id="26489" r:id="rId9"/>
    <p:sldId id="26480" r:id="rId10"/>
    <p:sldId id="26488" r:id="rId11"/>
  </p:sldIdLst>
  <p:sldSz cx="12192000" cy="6858000"/>
  <p:notesSz cx="6858000" cy="9144000"/>
  <p:embeddedFontLst>
    <p:embeddedFont>
      <p:font typeface="Public Sans" pitchFamily="2" charset="0"/>
      <p:regular r:id="rId14"/>
      <p:bold r:id="rId15"/>
      <p:italic r:id="rId16"/>
      <p:boldItalic r:id="rId17"/>
    </p:embeddedFont>
    <p:embeddedFont>
      <p:font typeface="Public Sans Light" pitchFamily="2" charset="0"/>
      <p:regular r:id="rId18"/>
      <p:italic r:id="rId19"/>
    </p:embeddedFont>
    <p:embeddedFont>
      <p:font typeface="Public Sans SemiBold" pitchFamily="2" charset="0"/>
      <p:bold r:id="rId20"/>
      <p:boldItalic r:id="rId2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5A8010D-981F-43AA-A0D6-182EC53CAA84}">
          <p14:sldIdLst>
            <p14:sldId id="266"/>
            <p14:sldId id="26439"/>
          </p14:sldIdLst>
        </p14:section>
        <p14:section name="1: Forking Repository" id="{44AB21D4-12CF-4D41-A92F-6D16780FFE6B}">
          <p14:sldIdLst>
            <p14:sldId id="26395"/>
            <p14:sldId id="26487"/>
            <p14:sldId id="26489"/>
          </p14:sldIdLst>
        </p14:section>
        <p14:section name="2: Run basic app" id="{192D20DD-EAA9-4919-BAB4-8DC44861913E}">
          <p14:sldIdLst>
            <p14:sldId id="26480"/>
            <p14:sldId id="26488"/>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1458"/>
    <a:srgbClr val="00ACC2"/>
    <a:srgbClr val="64BB47"/>
    <a:srgbClr val="E5F7FC"/>
    <a:srgbClr val="FBDBE7"/>
    <a:srgbClr val="FFFFFF"/>
    <a:srgbClr val="EDF9E0"/>
    <a:srgbClr val="63E2EF"/>
    <a:srgbClr val="00296C"/>
    <a:srgbClr val="146C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FA7589-B343-4065-9B9A-6DDCC7349ACF}" v="19" dt="2025-09-21T09:37:30.661"/>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41" autoAdjust="0"/>
    <p:restoredTop sz="84330" autoAdjust="0"/>
  </p:normalViewPr>
  <p:slideViewPr>
    <p:cSldViewPr snapToGrid="0">
      <p:cViewPr varScale="1">
        <p:scale>
          <a:sx n="93" d="100"/>
          <a:sy n="93" d="100"/>
        </p:scale>
        <p:origin x="1344" y="90"/>
      </p:cViewPr>
      <p:guideLst>
        <p:guide orient="horz" pos="2160"/>
        <p:guide pos="3863"/>
      </p:guideLst>
    </p:cSldViewPr>
  </p:slideViewPr>
  <p:outlineViewPr>
    <p:cViewPr>
      <p:scale>
        <a:sx n="33" d="100"/>
        <a:sy n="33" d="100"/>
      </p:scale>
      <p:origin x="0" y="-18344"/>
    </p:cViewPr>
  </p:outlineViewPr>
  <p:notesTextViewPr>
    <p:cViewPr>
      <p:scale>
        <a:sx n="75" d="100"/>
        <a:sy n="75" d="100"/>
      </p:scale>
      <p:origin x="0" y="0"/>
    </p:cViewPr>
  </p:notesTextViewPr>
  <p:sorterViewPr>
    <p:cViewPr>
      <p:scale>
        <a:sx n="100" d="100"/>
        <a:sy n="100" d="100"/>
      </p:scale>
      <p:origin x="0" y="0"/>
    </p:cViewPr>
  </p:sorterViewPr>
  <p:notesViewPr>
    <p:cSldViewPr snapToGrid="0">
      <p:cViewPr>
        <p:scale>
          <a:sx n="1" d="2"/>
          <a:sy n="1" d="2"/>
        </p:scale>
        <p:origin x="4548" y="10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Jones (Ben Jones)" userId="e6e8a0f3-34fe-4d14-b7ab-3a9f1769fff2" providerId="ADAL" clId="{95FA7589-B343-4065-9B9A-6DDCC7349ACF}"/>
    <pc:docChg chg="undo custSel addSld delSld modSld sldOrd modSection">
      <pc:chgData name="Ben Jones (Ben Jones)" userId="e6e8a0f3-34fe-4d14-b7ab-3a9f1769fff2" providerId="ADAL" clId="{95FA7589-B343-4065-9B9A-6DDCC7349ACF}" dt="2025-09-22T00:47:19.414" v="1124"/>
      <pc:docMkLst>
        <pc:docMk/>
      </pc:docMkLst>
      <pc:sldChg chg="modSp mod">
        <pc:chgData name="Ben Jones (Ben Jones)" userId="e6e8a0f3-34fe-4d14-b7ab-3a9f1769fff2" providerId="ADAL" clId="{95FA7589-B343-4065-9B9A-6DDCC7349ACF}" dt="2025-09-21T08:04:49.469" v="12" actId="20577"/>
        <pc:sldMkLst>
          <pc:docMk/>
          <pc:sldMk cId="886162339" sldId="26359"/>
        </pc:sldMkLst>
        <pc:spChg chg="mod">
          <ac:chgData name="Ben Jones (Ben Jones)" userId="e6e8a0f3-34fe-4d14-b7ab-3a9f1769fff2" providerId="ADAL" clId="{95FA7589-B343-4065-9B9A-6DDCC7349ACF}" dt="2025-09-21T08:04:49.469" v="12" actId="20577"/>
          <ac:spMkLst>
            <pc:docMk/>
            <pc:sldMk cId="886162339" sldId="26359"/>
            <ac:spMk id="28" creationId="{E28B2236-ABD7-EC9D-39C6-357B29770348}"/>
          </ac:spMkLst>
        </pc:spChg>
      </pc:sldChg>
      <pc:sldChg chg="ord">
        <pc:chgData name="Ben Jones (Ben Jones)" userId="e6e8a0f3-34fe-4d14-b7ab-3a9f1769fff2" providerId="ADAL" clId="{95FA7589-B343-4065-9B9A-6DDCC7349ACF}" dt="2025-09-21T08:44:36.992" v="1120"/>
        <pc:sldMkLst>
          <pc:docMk/>
          <pc:sldMk cId="80264286" sldId="26398"/>
        </pc:sldMkLst>
      </pc:sldChg>
      <pc:sldChg chg="del">
        <pc:chgData name="Ben Jones (Ben Jones)" userId="e6e8a0f3-34fe-4d14-b7ab-3a9f1769fff2" providerId="ADAL" clId="{95FA7589-B343-4065-9B9A-6DDCC7349ACF}" dt="2025-09-21T08:28:53.746" v="99" actId="47"/>
        <pc:sldMkLst>
          <pc:docMk/>
          <pc:sldMk cId="2754969648" sldId="26399"/>
        </pc:sldMkLst>
      </pc:sldChg>
      <pc:sldChg chg="del">
        <pc:chgData name="Ben Jones (Ben Jones)" userId="e6e8a0f3-34fe-4d14-b7ab-3a9f1769fff2" providerId="ADAL" clId="{95FA7589-B343-4065-9B9A-6DDCC7349ACF}" dt="2025-09-21T08:42:11.234" v="1118" actId="2696"/>
        <pc:sldMkLst>
          <pc:docMk/>
          <pc:sldMk cId="3805020377" sldId="26400"/>
        </pc:sldMkLst>
      </pc:sldChg>
      <pc:sldChg chg="modSp mod">
        <pc:chgData name="Ben Jones (Ben Jones)" userId="e6e8a0f3-34fe-4d14-b7ab-3a9f1769fff2" providerId="ADAL" clId="{95FA7589-B343-4065-9B9A-6DDCC7349ACF}" dt="2025-09-21T08:36:22.099" v="623" actId="20577"/>
        <pc:sldMkLst>
          <pc:docMk/>
          <pc:sldMk cId="1668810183" sldId="26402"/>
        </pc:sldMkLst>
        <pc:spChg chg="mod">
          <ac:chgData name="Ben Jones (Ben Jones)" userId="e6e8a0f3-34fe-4d14-b7ab-3a9f1769fff2" providerId="ADAL" clId="{95FA7589-B343-4065-9B9A-6DDCC7349ACF}" dt="2025-09-21T08:36:22.099" v="623" actId="20577"/>
          <ac:spMkLst>
            <pc:docMk/>
            <pc:sldMk cId="1668810183" sldId="26402"/>
            <ac:spMk id="3" creationId="{DF637BA9-DB5E-2457-A795-0B300DBA6F82}"/>
          </ac:spMkLst>
        </pc:spChg>
      </pc:sldChg>
      <pc:sldChg chg="del">
        <pc:chgData name="Ben Jones (Ben Jones)" userId="e6e8a0f3-34fe-4d14-b7ab-3a9f1769fff2" providerId="ADAL" clId="{95FA7589-B343-4065-9B9A-6DDCC7349ACF}" dt="2025-09-21T08:28:53.746" v="99" actId="47"/>
        <pc:sldMkLst>
          <pc:docMk/>
          <pc:sldMk cId="2727098960" sldId="26417"/>
        </pc:sldMkLst>
      </pc:sldChg>
      <pc:sldChg chg="del">
        <pc:chgData name="Ben Jones (Ben Jones)" userId="e6e8a0f3-34fe-4d14-b7ab-3a9f1769fff2" providerId="ADAL" clId="{95FA7589-B343-4065-9B9A-6DDCC7349ACF}" dt="2025-09-21T08:25:32.670" v="46" actId="2696"/>
        <pc:sldMkLst>
          <pc:docMk/>
          <pc:sldMk cId="318375365" sldId="26422"/>
        </pc:sldMkLst>
      </pc:sldChg>
      <pc:sldChg chg="add">
        <pc:chgData name="Ben Jones (Ben Jones)" userId="e6e8a0f3-34fe-4d14-b7ab-3a9f1769fff2" providerId="ADAL" clId="{95FA7589-B343-4065-9B9A-6DDCC7349ACF}" dt="2025-09-21T08:25:36.299" v="47"/>
        <pc:sldMkLst>
          <pc:docMk/>
          <pc:sldMk cId="2974147190" sldId="26422"/>
        </pc:sldMkLst>
      </pc:sldChg>
      <pc:sldChg chg="add">
        <pc:chgData name="Ben Jones (Ben Jones)" userId="e6e8a0f3-34fe-4d14-b7ab-3a9f1769fff2" providerId="ADAL" clId="{95FA7589-B343-4065-9B9A-6DDCC7349ACF}" dt="2025-09-21T09:37:30.657" v="1122"/>
        <pc:sldMkLst>
          <pc:docMk/>
          <pc:sldMk cId="1084042532" sldId="26423"/>
        </pc:sldMkLst>
      </pc:sldChg>
      <pc:sldChg chg="add del">
        <pc:chgData name="Ben Jones (Ben Jones)" userId="e6e8a0f3-34fe-4d14-b7ab-3a9f1769fff2" providerId="ADAL" clId="{95FA7589-B343-4065-9B9A-6DDCC7349ACF}" dt="2025-09-21T09:37:27.063" v="1121" actId="2696"/>
        <pc:sldMkLst>
          <pc:docMk/>
          <pc:sldMk cId="2981718608" sldId="26423"/>
        </pc:sldMkLst>
      </pc:sldChg>
      <pc:sldChg chg="del">
        <pc:chgData name="Ben Jones (Ben Jones)" userId="e6e8a0f3-34fe-4d14-b7ab-3a9f1769fff2" providerId="ADAL" clId="{95FA7589-B343-4065-9B9A-6DDCC7349ACF}" dt="2025-09-21T08:26:38.752" v="48" actId="2696"/>
        <pc:sldMkLst>
          <pc:docMk/>
          <pc:sldMk cId="4240456651" sldId="26423"/>
        </pc:sldMkLst>
      </pc:sldChg>
      <pc:sldChg chg="add">
        <pc:chgData name="Ben Jones (Ben Jones)" userId="e6e8a0f3-34fe-4d14-b7ab-3a9f1769fff2" providerId="ADAL" clId="{95FA7589-B343-4065-9B9A-6DDCC7349ACF}" dt="2025-09-21T08:25:36.299" v="47"/>
        <pc:sldMkLst>
          <pc:docMk/>
          <pc:sldMk cId="1380343998" sldId="26426"/>
        </pc:sldMkLst>
      </pc:sldChg>
      <pc:sldChg chg="del">
        <pc:chgData name="Ben Jones (Ben Jones)" userId="e6e8a0f3-34fe-4d14-b7ab-3a9f1769fff2" providerId="ADAL" clId="{95FA7589-B343-4065-9B9A-6DDCC7349ACF}" dt="2025-09-21T08:25:32.670" v="46" actId="2696"/>
        <pc:sldMkLst>
          <pc:docMk/>
          <pc:sldMk cId="2435306912" sldId="26426"/>
        </pc:sldMkLst>
      </pc:sldChg>
      <pc:sldChg chg="add">
        <pc:chgData name="Ben Jones (Ben Jones)" userId="e6e8a0f3-34fe-4d14-b7ab-3a9f1769fff2" providerId="ADAL" clId="{95FA7589-B343-4065-9B9A-6DDCC7349ACF}" dt="2025-09-21T08:25:36.299" v="47"/>
        <pc:sldMkLst>
          <pc:docMk/>
          <pc:sldMk cId="2572664449" sldId="26427"/>
        </pc:sldMkLst>
      </pc:sldChg>
      <pc:sldChg chg="del">
        <pc:chgData name="Ben Jones (Ben Jones)" userId="e6e8a0f3-34fe-4d14-b7ab-3a9f1769fff2" providerId="ADAL" clId="{95FA7589-B343-4065-9B9A-6DDCC7349ACF}" dt="2025-09-21T08:25:32.670" v="46" actId="2696"/>
        <pc:sldMkLst>
          <pc:docMk/>
          <pc:sldMk cId="2799326695" sldId="26427"/>
        </pc:sldMkLst>
      </pc:sldChg>
      <pc:sldChg chg="add del">
        <pc:chgData name="Ben Jones (Ben Jones)" userId="e6e8a0f3-34fe-4d14-b7ab-3a9f1769fff2" providerId="ADAL" clId="{95FA7589-B343-4065-9B9A-6DDCC7349ACF}" dt="2025-09-21T09:37:27.063" v="1121" actId="2696"/>
        <pc:sldMkLst>
          <pc:docMk/>
          <pc:sldMk cId="373496734" sldId="26430"/>
        </pc:sldMkLst>
      </pc:sldChg>
      <pc:sldChg chg="del">
        <pc:chgData name="Ben Jones (Ben Jones)" userId="e6e8a0f3-34fe-4d14-b7ab-3a9f1769fff2" providerId="ADAL" clId="{95FA7589-B343-4065-9B9A-6DDCC7349ACF}" dt="2025-09-21T08:26:38.752" v="48" actId="2696"/>
        <pc:sldMkLst>
          <pc:docMk/>
          <pc:sldMk cId="1922908131" sldId="26430"/>
        </pc:sldMkLst>
      </pc:sldChg>
      <pc:sldChg chg="add">
        <pc:chgData name="Ben Jones (Ben Jones)" userId="e6e8a0f3-34fe-4d14-b7ab-3a9f1769fff2" providerId="ADAL" clId="{95FA7589-B343-4065-9B9A-6DDCC7349ACF}" dt="2025-09-21T09:37:30.657" v="1122"/>
        <pc:sldMkLst>
          <pc:docMk/>
          <pc:sldMk cId="2115023426" sldId="26430"/>
        </pc:sldMkLst>
      </pc:sldChg>
      <pc:sldChg chg="add">
        <pc:chgData name="Ben Jones (Ben Jones)" userId="e6e8a0f3-34fe-4d14-b7ab-3a9f1769fff2" providerId="ADAL" clId="{95FA7589-B343-4065-9B9A-6DDCC7349ACF}" dt="2025-09-21T09:37:30.657" v="1122"/>
        <pc:sldMkLst>
          <pc:docMk/>
          <pc:sldMk cId="387453465" sldId="26431"/>
        </pc:sldMkLst>
      </pc:sldChg>
      <pc:sldChg chg="del">
        <pc:chgData name="Ben Jones (Ben Jones)" userId="e6e8a0f3-34fe-4d14-b7ab-3a9f1769fff2" providerId="ADAL" clId="{95FA7589-B343-4065-9B9A-6DDCC7349ACF}" dt="2025-09-21T08:26:38.752" v="48" actId="2696"/>
        <pc:sldMkLst>
          <pc:docMk/>
          <pc:sldMk cId="1613964102" sldId="26431"/>
        </pc:sldMkLst>
      </pc:sldChg>
      <pc:sldChg chg="add del">
        <pc:chgData name="Ben Jones (Ben Jones)" userId="e6e8a0f3-34fe-4d14-b7ab-3a9f1769fff2" providerId="ADAL" clId="{95FA7589-B343-4065-9B9A-6DDCC7349ACF}" dt="2025-09-21T09:37:27.063" v="1121" actId="2696"/>
        <pc:sldMkLst>
          <pc:docMk/>
          <pc:sldMk cId="1728240499" sldId="26431"/>
        </pc:sldMkLst>
      </pc:sldChg>
      <pc:sldChg chg="modSp mod ord">
        <pc:chgData name="Ben Jones (Ben Jones)" userId="e6e8a0f3-34fe-4d14-b7ab-3a9f1769fff2" providerId="ADAL" clId="{95FA7589-B343-4065-9B9A-6DDCC7349ACF}" dt="2025-09-22T00:47:19.414" v="1124"/>
        <pc:sldMkLst>
          <pc:docMk/>
          <pc:sldMk cId="2071588945" sldId="26441"/>
        </pc:sldMkLst>
        <pc:spChg chg="mod">
          <ac:chgData name="Ben Jones (Ben Jones)" userId="e6e8a0f3-34fe-4d14-b7ab-3a9f1769fff2" providerId="ADAL" clId="{95FA7589-B343-4065-9B9A-6DDCC7349ACF}" dt="2025-09-21T08:41:58.754" v="1117" actId="313"/>
          <ac:spMkLst>
            <pc:docMk/>
            <pc:sldMk cId="2071588945" sldId="26441"/>
            <ac:spMk id="3" creationId="{3690C063-A052-02F7-3EFE-FFB1B62D6847}"/>
          </ac:spMkLst>
        </pc:spChg>
      </pc:sldChg>
      <pc:sldChg chg="del">
        <pc:chgData name="Ben Jones (Ben Jones)" userId="e6e8a0f3-34fe-4d14-b7ab-3a9f1769fff2" providerId="ADAL" clId="{95FA7589-B343-4065-9B9A-6DDCC7349ACF}" dt="2025-09-21T08:27:45.973" v="51" actId="47"/>
        <pc:sldMkLst>
          <pc:docMk/>
          <pc:sldMk cId="2538769811" sldId="26442"/>
        </pc:sldMkLst>
      </pc:sldChg>
      <pc:sldChg chg="del">
        <pc:chgData name="Ben Jones (Ben Jones)" userId="e6e8a0f3-34fe-4d14-b7ab-3a9f1769fff2" providerId="ADAL" clId="{95FA7589-B343-4065-9B9A-6DDCC7349ACF}" dt="2025-09-21T08:27:40.806" v="50" actId="47"/>
        <pc:sldMkLst>
          <pc:docMk/>
          <pc:sldMk cId="3257804171" sldId="26445"/>
        </pc:sldMkLst>
      </pc:sldChg>
      <pc:sldChg chg="del">
        <pc:chgData name="Ben Jones (Ben Jones)" userId="e6e8a0f3-34fe-4d14-b7ab-3a9f1769fff2" providerId="ADAL" clId="{95FA7589-B343-4065-9B9A-6DDCC7349ACF}" dt="2025-09-21T08:27:40.806" v="50" actId="47"/>
        <pc:sldMkLst>
          <pc:docMk/>
          <pc:sldMk cId="3709291352" sldId="26456"/>
        </pc:sldMkLst>
      </pc:sldChg>
      <pc:sldChg chg="delSp mod">
        <pc:chgData name="Ben Jones (Ben Jones)" userId="e6e8a0f3-34fe-4d14-b7ab-3a9f1769fff2" providerId="ADAL" clId="{95FA7589-B343-4065-9B9A-6DDCC7349ACF}" dt="2025-09-21T08:24:11.393" v="45" actId="478"/>
        <pc:sldMkLst>
          <pc:docMk/>
          <pc:sldMk cId="1879891243" sldId="26458"/>
        </pc:sldMkLst>
        <pc:picChg chg="del">
          <ac:chgData name="Ben Jones (Ben Jones)" userId="e6e8a0f3-34fe-4d14-b7ab-3a9f1769fff2" providerId="ADAL" clId="{95FA7589-B343-4065-9B9A-6DDCC7349ACF}" dt="2025-09-21T08:24:11.393" v="45" actId="478"/>
          <ac:picMkLst>
            <pc:docMk/>
            <pc:sldMk cId="1879891243" sldId="26458"/>
            <ac:picMk id="4" creationId="{BFC618BB-1F1B-9A1B-E8F1-77D89CACC625}"/>
          </ac:picMkLst>
        </pc:picChg>
      </pc:sldChg>
      <pc:sldChg chg="modSp mod">
        <pc:chgData name="Ben Jones (Ben Jones)" userId="e6e8a0f3-34fe-4d14-b7ab-3a9f1769fff2" providerId="ADAL" clId="{95FA7589-B343-4065-9B9A-6DDCC7349ACF}" dt="2025-09-21T08:05:28.790" v="13" actId="6549"/>
        <pc:sldMkLst>
          <pc:docMk/>
          <pc:sldMk cId="2280661542" sldId="26480"/>
        </pc:sldMkLst>
        <pc:spChg chg="mod">
          <ac:chgData name="Ben Jones (Ben Jones)" userId="e6e8a0f3-34fe-4d14-b7ab-3a9f1769fff2" providerId="ADAL" clId="{95FA7589-B343-4065-9B9A-6DDCC7349ACF}" dt="2025-09-21T08:05:28.790" v="13" actId="6549"/>
          <ac:spMkLst>
            <pc:docMk/>
            <pc:sldMk cId="2280661542" sldId="26480"/>
            <ac:spMk id="6" creationId="{61AA1371-AC7E-E067-776E-D40056F97F5D}"/>
          </ac:spMkLst>
        </pc:spChg>
      </pc:sldChg>
      <pc:sldChg chg="addSp modSp mod">
        <pc:chgData name="Ben Jones (Ben Jones)" userId="e6e8a0f3-34fe-4d14-b7ab-3a9f1769fff2" providerId="ADAL" clId="{95FA7589-B343-4065-9B9A-6DDCC7349ACF}" dt="2025-09-21T08:36:52.314" v="625" actId="947"/>
        <pc:sldMkLst>
          <pc:docMk/>
          <pc:sldMk cId="1080582052" sldId="26482"/>
        </pc:sldMkLst>
        <pc:spChg chg="add mod">
          <ac:chgData name="Ben Jones (Ben Jones)" userId="e6e8a0f3-34fe-4d14-b7ab-3a9f1769fff2" providerId="ADAL" clId="{95FA7589-B343-4065-9B9A-6DDCC7349ACF}" dt="2025-09-21T08:06:45.509" v="30" actId="1076"/>
          <ac:spMkLst>
            <pc:docMk/>
            <pc:sldMk cId="1080582052" sldId="26482"/>
            <ac:spMk id="2" creationId="{DFBAEEFC-DED0-CDD6-66B7-AB1FF4149711}"/>
          </ac:spMkLst>
        </pc:spChg>
        <pc:spChg chg="mod">
          <ac:chgData name="Ben Jones (Ben Jones)" userId="e6e8a0f3-34fe-4d14-b7ab-3a9f1769fff2" providerId="ADAL" clId="{95FA7589-B343-4065-9B9A-6DDCC7349ACF}" dt="2025-09-21T08:36:52.314" v="625" actId="947"/>
          <ac:spMkLst>
            <pc:docMk/>
            <pc:sldMk cId="1080582052" sldId="26482"/>
            <ac:spMk id="5" creationId="{B47E18FE-337A-E77F-A2AA-04197630772F}"/>
          </ac:spMkLst>
        </pc:spChg>
      </pc:sldChg>
      <pc:sldChg chg="modSp">
        <pc:chgData name="Ben Jones (Ben Jones)" userId="e6e8a0f3-34fe-4d14-b7ab-3a9f1769fff2" providerId="ADAL" clId="{95FA7589-B343-4065-9B9A-6DDCC7349ACF}" dt="2025-09-21T08:07:19.820" v="31" actId="14826"/>
        <pc:sldMkLst>
          <pc:docMk/>
          <pc:sldMk cId="3271613575" sldId="26483"/>
        </pc:sldMkLst>
        <pc:picChg chg="mod">
          <ac:chgData name="Ben Jones (Ben Jones)" userId="e6e8a0f3-34fe-4d14-b7ab-3a9f1769fff2" providerId="ADAL" clId="{95FA7589-B343-4065-9B9A-6DDCC7349ACF}" dt="2025-09-21T08:07:19.820" v="31" actId="14826"/>
          <ac:picMkLst>
            <pc:docMk/>
            <pc:sldMk cId="3271613575" sldId="26483"/>
            <ac:picMk id="7" creationId="{BEF8D32B-C842-049E-DA03-81B8C2823D64}"/>
          </ac:picMkLst>
        </pc:picChg>
      </pc:sldChg>
      <pc:sldChg chg="addSp modSp mod chgLayout">
        <pc:chgData name="Ben Jones (Ben Jones)" userId="e6e8a0f3-34fe-4d14-b7ab-3a9f1769fff2" providerId="ADAL" clId="{95FA7589-B343-4065-9B9A-6DDCC7349ACF}" dt="2025-09-21T08:24:01.975" v="44" actId="6549"/>
        <pc:sldMkLst>
          <pc:docMk/>
          <pc:sldMk cId="2948647366" sldId="26485"/>
        </pc:sldMkLst>
        <pc:spChg chg="add mod ord">
          <ac:chgData name="Ben Jones (Ben Jones)" userId="e6e8a0f3-34fe-4d14-b7ab-3a9f1769fff2" providerId="ADAL" clId="{95FA7589-B343-4065-9B9A-6DDCC7349ACF}" dt="2025-09-21T08:24:01.975" v="44" actId="6549"/>
          <ac:spMkLst>
            <pc:docMk/>
            <pc:sldMk cId="2948647366" sldId="26485"/>
            <ac:spMk id="2" creationId="{4B378DED-96D7-2878-54E7-B726D742D88F}"/>
          </ac:spMkLst>
        </pc:spChg>
        <pc:spChg chg="mod ord">
          <ac:chgData name="Ben Jones (Ben Jones)" userId="e6e8a0f3-34fe-4d14-b7ab-3a9f1769fff2" providerId="ADAL" clId="{95FA7589-B343-4065-9B9A-6DDCC7349ACF}" dt="2025-09-21T08:23:03.600" v="32" actId="700"/>
          <ac:spMkLst>
            <pc:docMk/>
            <pc:sldMk cId="2948647366" sldId="26485"/>
            <ac:spMk id="3" creationId="{E79E2F6D-6741-D0BC-D5D0-45A31550567E}"/>
          </ac:spMkLst>
        </pc:spChg>
        <pc:spChg chg="mod ord">
          <ac:chgData name="Ben Jones (Ben Jones)" userId="e6e8a0f3-34fe-4d14-b7ab-3a9f1769fff2" providerId="ADAL" clId="{95FA7589-B343-4065-9B9A-6DDCC7349ACF}" dt="2025-09-21T08:23:03.600" v="32" actId="700"/>
          <ac:spMkLst>
            <pc:docMk/>
            <pc:sldMk cId="2948647366" sldId="26485"/>
            <ac:spMk id="4" creationId="{1DA63119-E0A7-C4FF-42C6-36F8FB9D0051}"/>
          </ac:spMkLst>
        </pc:spChg>
        <pc:spChg chg="mod ord">
          <ac:chgData name="Ben Jones (Ben Jones)" userId="e6e8a0f3-34fe-4d14-b7ab-3a9f1769fff2" providerId="ADAL" clId="{95FA7589-B343-4065-9B9A-6DDCC7349ACF}" dt="2025-09-21T08:23:03.600" v="32" actId="700"/>
          <ac:spMkLst>
            <pc:docMk/>
            <pc:sldMk cId="2948647366" sldId="26485"/>
            <ac:spMk id="5" creationId="{3911183C-7FE5-87C8-2DC3-90573C6BF9A2}"/>
          </ac:spMkLst>
        </pc:spChg>
      </pc:sldChg>
      <pc:sldChg chg="modSp add del mod ord">
        <pc:chgData name="Ben Jones (Ben Jones)" userId="e6e8a0f3-34fe-4d14-b7ab-3a9f1769fff2" providerId="ADAL" clId="{95FA7589-B343-4065-9B9A-6DDCC7349ACF}" dt="2025-09-21T08:28:29.819" v="98"/>
        <pc:sldMkLst>
          <pc:docMk/>
          <pc:sldMk cId="849228992" sldId="26486"/>
        </pc:sldMkLst>
        <pc:spChg chg="mod">
          <ac:chgData name="Ben Jones (Ben Jones)" userId="e6e8a0f3-34fe-4d14-b7ab-3a9f1769fff2" providerId="ADAL" clId="{95FA7589-B343-4065-9B9A-6DDCC7349ACF}" dt="2025-09-21T08:28:12.209" v="92" actId="20577"/>
          <ac:spMkLst>
            <pc:docMk/>
            <pc:sldMk cId="849228992" sldId="26486"/>
            <ac:spMk id="7" creationId="{49800255-62C7-52FC-7626-3B3FEBADF4CA}"/>
          </ac:spMkLst>
        </pc:spChg>
      </pc:sldChg>
      <pc:sldChg chg="modSp new mod">
        <pc:chgData name="Ben Jones (Ben Jones)" userId="e6e8a0f3-34fe-4d14-b7ab-3a9f1769fff2" providerId="ADAL" clId="{95FA7589-B343-4065-9B9A-6DDCC7349ACF}" dt="2025-09-21T08:34:07.901" v="443" actId="20577"/>
        <pc:sldMkLst>
          <pc:docMk/>
          <pc:sldMk cId="2988393958" sldId="26487"/>
        </pc:sldMkLst>
        <pc:spChg chg="mod">
          <ac:chgData name="Ben Jones (Ben Jones)" userId="e6e8a0f3-34fe-4d14-b7ab-3a9f1769fff2" providerId="ADAL" clId="{95FA7589-B343-4065-9B9A-6DDCC7349ACF}" dt="2025-09-21T08:34:07.901" v="443" actId="20577"/>
          <ac:spMkLst>
            <pc:docMk/>
            <pc:sldMk cId="2988393958" sldId="26487"/>
            <ac:spMk id="2" creationId="{0F132C94-8161-5A40-DEF6-6299659AB2BF}"/>
          </ac:spMkLst>
        </pc:spChg>
        <pc:spChg chg="mod">
          <ac:chgData name="Ben Jones (Ben Jones)" userId="e6e8a0f3-34fe-4d14-b7ab-3a9f1769fff2" providerId="ADAL" clId="{95FA7589-B343-4065-9B9A-6DDCC7349ACF}" dt="2025-09-21T08:29:41.059" v="112" actId="20577"/>
          <ac:spMkLst>
            <pc:docMk/>
            <pc:sldMk cId="2988393958" sldId="26487"/>
            <ac:spMk id="4" creationId="{A7E1E313-0A83-28D6-D66C-6EEB4CCF327C}"/>
          </ac:spMkLst>
        </pc:spChg>
        <pc:spChg chg="mod">
          <ac:chgData name="Ben Jones (Ben Jones)" userId="e6e8a0f3-34fe-4d14-b7ab-3a9f1769fff2" providerId="ADAL" clId="{95FA7589-B343-4065-9B9A-6DDCC7349ACF}" dt="2025-09-21T08:32:05.702" v="384" actId="20577"/>
          <ac:spMkLst>
            <pc:docMk/>
            <pc:sldMk cId="2988393958" sldId="26487"/>
            <ac:spMk id="5" creationId="{2AAF9021-407B-C923-A768-3EABFF547AF9}"/>
          </ac:spMkLst>
        </pc:spChg>
      </pc:sldChg>
      <pc:sldChg chg="modSp add mod ord">
        <pc:chgData name="Ben Jones (Ben Jones)" userId="e6e8a0f3-34fe-4d14-b7ab-3a9f1769fff2" providerId="ADAL" clId="{95FA7589-B343-4065-9B9A-6DDCC7349ACF}" dt="2025-09-21T08:40:35.026" v="1060" actId="313"/>
        <pc:sldMkLst>
          <pc:docMk/>
          <pc:sldMk cId="779755440" sldId="26488"/>
        </pc:sldMkLst>
        <pc:spChg chg="mod">
          <ac:chgData name="Ben Jones (Ben Jones)" userId="e6e8a0f3-34fe-4d14-b7ab-3a9f1769fff2" providerId="ADAL" clId="{95FA7589-B343-4065-9B9A-6DDCC7349ACF}" dt="2025-09-21T08:40:35.026" v="1060" actId="313"/>
          <ac:spMkLst>
            <pc:docMk/>
            <pc:sldMk cId="779755440" sldId="26488"/>
            <ac:spMk id="3" creationId="{5E32DFED-2DCC-6C56-FAA5-93BA0BB2009B}"/>
          </ac:spMkLst>
        </pc:spChg>
      </pc:sldChg>
      <pc:sldChg chg="modSp add mod ord">
        <pc:chgData name="Ben Jones (Ben Jones)" userId="e6e8a0f3-34fe-4d14-b7ab-3a9f1769fff2" providerId="ADAL" clId="{95FA7589-B343-4065-9B9A-6DDCC7349ACF}" dt="2025-09-21T08:41:26.014" v="1073" actId="20577"/>
        <pc:sldMkLst>
          <pc:docMk/>
          <pc:sldMk cId="3595029207" sldId="26489"/>
        </pc:sldMkLst>
        <pc:spChg chg="mod">
          <ac:chgData name="Ben Jones (Ben Jones)" userId="e6e8a0f3-34fe-4d14-b7ab-3a9f1769fff2" providerId="ADAL" clId="{95FA7589-B343-4065-9B9A-6DDCC7349ACF}" dt="2025-09-21T08:41:26.014" v="1073" actId="20577"/>
          <ac:spMkLst>
            <pc:docMk/>
            <pc:sldMk cId="3595029207" sldId="26489"/>
            <ac:spMk id="7" creationId="{9A7F7A28-9268-7739-568F-EDA18088C8C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13/03/2026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13/03/2026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Public Sans" pitchFamily="2" charset="0"/>
        <a:ea typeface="+mn-ea"/>
        <a:cs typeface="+mn-cs"/>
      </a:defRPr>
    </a:lvl1pPr>
    <a:lvl2pPr marL="609585" algn="l" defTabSz="1219170" rtl="0" eaLnBrk="1" latinLnBrk="0" hangingPunct="1">
      <a:defRPr sz="1600" kern="1200">
        <a:solidFill>
          <a:schemeClr val="tx1"/>
        </a:solidFill>
        <a:latin typeface="Public Sans" pitchFamily="2" charset="0"/>
        <a:ea typeface="+mn-ea"/>
        <a:cs typeface="+mn-cs"/>
      </a:defRPr>
    </a:lvl2pPr>
    <a:lvl3pPr marL="1219170" algn="l" defTabSz="1219170" rtl="0" eaLnBrk="1" latinLnBrk="0" hangingPunct="1">
      <a:defRPr sz="1600" kern="1200">
        <a:solidFill>
          <a:schemeClr val="tx1"/>
        </a:solidFill>
        <a:latin typeface="Public Sans" pitchFamily="2" charset="0"/>
        <a:ea typeface="+mn-ea"/>
        <a:cs typeface="+mn-cs"/>
      </a:defRPr>
    </a:lvl3pPr>
    <a:lvl4pPr marL="1828754" algn="l" defTabSz="1219170" rtl="0" eaLnBrk="1" latinLnBrk="0" hangingPunct="1">
      <a:defRPr sz="1600" kern="1200">
        <a:solidFill>
          <a:schemeClr val="tx1"/>
        </a:solidFill>
        <a:latin typeface="Public Sans" pitchFamily="2" charset="0"/>
        <a:ea typeface="+mn-ea"/>
        <a:cs typeface="+mn-cs"/>
      </a:defRPr>
    </a:lvl4pPr>
    <a:lvl5pPr marL="2438339" algn="l" defTabSz="1219170" rtl="0" eaLnBrk="1" latinLnBrk="0" hangingPunct="1">
      <a:defRPr sz="1600" kern="1200">
        <a:solidFill>
          <a:schemeClr val="tx1"/>
        </a:solidFill>
        <a:latin typeface="Public Sans" pitchFamily="2"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3601897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241FC-0EC9-E7DB-0F3F-36A457F6A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68172-2F31-6F20-F002-AF8FAC736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5335E-0CBC-B9E3-97FC-15AFAFF62DEA}"/>
              </a:ext>
            </a:extLst>
          </p:cNvPr>
          <p:cNvSpPr>
            <a:spLocks noGrp="1"/>
          </p:cNvSpPr>
          <p:nvPr>
            <p:ph type="body" idx="1"/>
          </p:nvPr>
        </p:nvSpPr>
        <p:spPr/>
        <p:txBody>
          <a:bodyPr/>
          <a:lstStyle/>
          <a:p>
            <a:r>
              <a:rPr lang="en-AU" dirty="0"/>
              <a:t>Explain how the auto-configuration of </a:t>
            </a:r>
            <a:r>
              <a:rPr lang="en-AU" dirty="0" err="1"/>
              <a:t>VSCode</a:t>
            </a:r>
            <a:r>
              <a:rPr lang="en-AU" dirty="0"/>
              <a:t> and </a:t>
            </a:r>
            <a:r>
              <a:rPr lang="en-AU" dirty="0" err="1"/>
              <a:t>Codespaces</a:t>
            </a:r>
            <a:r>
              <a:rPr lang="en-AU" dirty="0"/>
              <a:t> can improve the experience of first-time coders in </a:t>
            </a:r>
            <a:r>
              <a:rPr lang="en-AU" dirty="0" err="1"/>
              <a:t>VSCode</a:t>
            </a:r>
            <a:r>
              <a:rPr lang="en-AU" dirty="0"/>
              <a:t>.</a:t>
            </a:r>
          </a:p>
        </p:txBody>
      </p:sp>
      <p:sp>
        <p:nvSpPr>
          <p:cNvPr id="4" name="Slide Number Placeholder 3">
            <a:extLst>
              <a:ext uri="{FF2B5EF4-FFF2-40B4-BE49-F238E27FC236}">
                <a16:creationId xmlns:a16="http://schemas.microsoft.com/office/drawing/2014/main" id="{69A2E2D6-E032-59E8-926E-F91554E2421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887893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Explain how the auto-configuration of </a:t>
            </a:r>
            <a:r>
              <a:rPr lang="en-AU" dirty="0" err="1"/>
              <a:t>VSCode</a:t>
            </a:r>
            <a:r>
              <a:rPr lang="en-AU" dirty="0"/>
              <a:t> and </a:t>
            </a:r>
            <a:r>
              <a:rPr lang="en-AU" dirty="0" err="1"/>
              <a:t>Codespaces</a:t>
            </a:r>
            <a:r>
              <a:rPr lang="en-AU" dirty="0"/>
              <a:t> can improve the experience of first-time coders in </a:t>
            </a:r>
            <a:r>
              <a:rPr lang="en-AU" dirty="0" err="1"/>
              <a:t>VSCode</a:t>
            </a:r>
            <a:r>
              <a:rPr lang="en-AU" dirty="0"/>
              <a:t>.</a:t>
            </a: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320857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965D-4562-9343-A826-9BB56242B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90C3D-2B22-E409-70EA-7614F857D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DD582-ADA6-6C7D-6160-9C46810E9213}"/>
              </a:ext>
            </a:extLst>
          </p:cNvPr>
          <p:cNvSpPr>
            <a:spLocks noGrp="1"/>
          </p:cNvSpPr>
          <p:nvPr>
            <p:ph type="body" idx="1"/>
          </p:nvPr>
        </p:nvSpPr>
        <p:spPr/>
        <p:txBody>
          <a:bodyPr/>
          <a:lstStyle/>
          <a:p>
            <a:r>
              <a:rPr lang="en-AU" dirty="0"/>
              <a:t>Explain how the auto-configuration of </a:t>
            </a:r>
            <a:r>
              <a:rPr lang="en-AU" dirty="0" err="1"/>
              <a:t>VSCode</a:t>
            </a:r>
            <a:r>
              <a:rPr lang="en-AU" dirty="0"/>
              <a:t> and </a:t>
            </a:r>
            <a:r>
              <a:rPr lang="en-AU" dirty="0" err="1"/>
              <a:t>Codespaces</a:t>
            </a:r>
            <a:r>
              <a:rPr lang="en-AU" dirty="0"/>
              <a:t> can improve the experience of first-time coders in </a:t>
            </a:r>
            <a:r>
              <a:rPr lang="en-AU" dirty="0" err="1"/>
              <a:t>VSCode</a:t>
            </a:r>
            <a:r>
              <a:rPr lang="en-AU" dirty="0"/>
              <a:t>.</a:t>
            </a:r>
          </a:p>
        </p:txBody>
      </p:sp>
      <p:sp>
        <p:nvSpPr>
          <p:cNvPr id="4" name="Slide Number Placeholder 3">
            <a:extLst>
              <a:ext uri="{FF2B5EF4-FFF2-40B4-BE49-F238E27FC236}">
                <a16:creationId xmlns:a16="http://schemas.microsoft.com/office/drawing/2014/main" id="{ACC77B83-A0A7-36F0-3FEE-2C7644B25813}"/>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4584346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2240968"/>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Learning sequence/lesson/ activity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4385568"/>
            <a:ext cx="6255977" cy="426611"/>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8" y="360000"/>
            <a:ext cx="10260002"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0080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59999" y="982520"/>
            <a:ext cx="11483999"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59999" y="982520"/>
            <a:ext cx="11483999"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3" name="Content Placeholder 2">
            <a:extLst>
              <a:ext uri="{FF2B5EF4-FFF2-40B4-BE49-F238E27FC236}">
                <a16:creationId xmlns:a16="http://schemas.microsoft.com/office/drawing/2014/main" id="{EAC13D79-FA01-577F-AC79-E39D6DCCC806}"/>
              </a:ext>
            </a:extLst>
          </p:cNvPr>
          <p:cNvSpPr>
            <a:spLocks noGrp="1"/>
          </p:cNvSpPr>
          <p:nvPr>
            <p:ph sz="quarter" idx="19" hasCustomPrompt="1"/>
          </p:nvPr>
        </p:nvSpPr>
        <p:spPr>
          <a:xfrm>
            <a:off x="360363" y="1562471"/>
            <a:ext cx="5735637" cy="4814518"/>
          </a:xfrm>
        </p:spPr>
        <p:txBody>
          <a:body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6324599" y="1562470"/>
            <a:ext cx="5507038" cy="4814518"/>
          </a:xfrm>
        </p:spPr>
        <p:txBody>
          <a:bodyPr/>
          <a:lstStyle/>
          <a:p>
            <a:r>
              <a:rPr lang="en-US"/>
              <a:t>Click icon to add picture</a:t>
            </a:r>
            <a:endParaRPr lang="en-AU"/>
          </a:p>
        </p:txBody>
      </p:sp>
    </p:spTree>
    <p:extLst>
      <p:ext uri="{BB962C8B-B14F-4D97-AF65-F5344CB8AC3E}">
        <p14:creationId xmlns:p14="http://schemas.microsoft.com/office/powerpoint/2010/main" val="428385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50"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62" r:id="rId5"/>
    <p:sldLayoutId id="2147483723" r:id="rId6"/>
    <p:sldLayoutId id="2147483746" r:id="rId7"/>
    <p:sldLayoutId id="2147483725"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benpaddlejones/myAIChatbot" TargetMode="External"/><Relationship Id="rId2" Type="http://schemas.openxmlformats.org/officeDocument/2006/relationships/hyperlink" Target="https://github.com/TempeHS/TempeHS_Python-Flask_DevContainer" TargetMode="External"/><Relationship Id="rId1" Type="http://schemas.openxmlformats.org/officeDocument/2006/relationships/slideLayout" Target="../slideLayouts/slideLayout3.xml"/><Relationship Id="rId4" Type="http://schemas.openxmlformats.org/officeDocument/2006/relationships/hyperlink" Target="https://github.com/benpaddlejones/myCipherForg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hyperlink" Target="https://github.com/benpaddlejones/ICTENSW_2026_Architecture_of_a_basic_Flask_app/commit/d7b0ad4" TargetMode="External"/><Relationship Id="rId3" Type="http://schemas.openxmlformats.org/officeDocument/2006/relationships/hyperlink" Target="https://github.com/benpaddlejones/ICTENSW_2026_Architecture_of_a_basic_Flask_app/commit/c93c6f4d9e4eaf2a01a2cdc3eaa8a5c0b6d118a8" TargetMode="External"/><Relationship Id="rId7" Type="http://schemas.openxmlformats.org/officeDocument/2006/relationships/hyperlink" Target="https://github.com/benpaddlejones/ICTENSW_2026_Architecture_of_a_basic_Flask_app/commit/72cf25c"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hyperlink" Target="https://github.com/benpaddlejones/ICTENSW_2026_Architecture_of_a_basic_Flask_app/commit/ed9a8aa" TargetMode="External"/><Relationship Id="rId5" Type="http://schemas.openxmlformats.org/officeDocument/2006/relationships/hyperlink" Target="https://github.com/benpaddlejones/ICTENSW_2026_Architecture_of_a_basic_Flask_app/commit/41ffcf1" TargetMode="External"/><Relationship Id="rId4" Type="http://schemas.openxmlformats.org/officeDocument/2006/relationships/hyperlink" Target="https://github.com/benpaddlejones/ICTENSW_2026_Architecture_of_a_basic_Flask_app/commit/733845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Software Security?">
            <a:extLst>
              <a:ext uri="{FF2B5EF4-FFF2-40B4-BE49-F238E27FC236}">
                <a16:creationId xmlns:a16="http://schemas.microsoft.com/office/drawing/2014/main" id="{C3C1F651-C168-B9AB-67AC-0F50A4B848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260" r="11790"/>
          <a:stretch/>
        </p:blipFill>
        <p:spPr bwMode="auto">
          <a:xfrm>
            <a:off x="7143027" y="711200"/>
            <a:ext cx="5048973" cy="54356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dirty="0">
                <a:effectLst/>
                <a:ea typeface="Times New Roman" panose="02020603050405020304" pitchFamily="18" charset="0"/>
              </a:rPr>
              <a:t>Architecture of a Python Flask app</a:t>
            </a: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dirty="0"/>
              <a:t>Stage 5-6</a:t>
            </a:r>
          </a:p>
        </p:txBody>
      </p:sp>
      <p:sp>
        <p:nvSpPr>
          <p:cNvPr id="10" name="Text Placeholder 9">
            <a:extLst>
              <a:ext uri="{FF2B5EF4-FFF2-40B4-BE49-F238E27FC236}">
                <a16:creationId xmlns:a16="http://schemas.microsoft.com/office/drawing/2014/main" id="{CA5E7E5A-B4C4-F5B9-98E5-6C838D018316}"/>
              </a:ext>
            </a:extLst>
          </p:cNvPr>
          <p:cNvSpPr>
            <a:spLocks noGrp="1"/>
          </p:cNvSpPr>
          <p:nvPr>
            <p:ph type="body" sz="quarter" idx="16"/>
          </p:nvPr>
        </p:nvSpPr>
        <p:spPr/>
        <p:txBody>
          <a:bodyPr/>
          <a:lstStyle/>
          <a:p>
            <a:r>
              <a:rPr lang="en-US" dirty="0"/>
              <a:t>ICTENSW 20265 Conference</a:t>
            </a:r>
            <a:endParaRPr lang="en-AU" dirty="0"/>
          </a:p>
        </p:txBody>
      </p:sp>
      <p:sp>
        <p:nvSpPr>
          <p:cNvPr id="4" name="Text Placeholder 3">
            <a:extLst>
              <a:ext uri="{FF2B5EF4-FFF2-40B4-BE49-F238E27FC236}">
                <a16:creationId xmlns:a16="http://schemas.microsoft.com/office/drawing/2014/main" id="{D29D8D77-F52E-4967-8EBD-E6CA2CC630F8}"/>
              </a:ext>
            </a:extLst>
          </p:cNvPr>
          <p:cNvSpPr>
            <a:spLocks noGrp="1"/>
          </p:cNvSpPr>
          <p:nvPr>
            <p:ph type="body" sz="quarter" idx="14"/>
          </p:nvPr>
        </p:nvSpPr>
        <p:spPr>
          <a:xfrm>
            <a:off x="539999" y="5796000"/>
            <a:ext cx="6255971" cy="792000"/>
          </a:xfrm>
        </p:spPr>
        <p:txBody>
          <a:bodyPr/>
          <a:lstStyle/>
          <a:p>
            <a:r>
              <a:rPr lang="en-AU" dirty="0"/>
              <a:t>Ben Jones</a:t>
            </a:r>
          </a:p>
        </p:txBody>
      </p:sp>
      <p:sp>
        <p:nvSpPr>
          <p:cNvPr id="8" name="Text Placeholder 7">
            <a:extLst>
              <a:ext uri="{FF2B5EF4-FFF2-40B4-BE49-F238E27FC236}">
                <a16:creationId xmlns:a16="http://schemas.microsoft.com/office/drawing/2014/main" id="{9AB1D8F6-C07D-41A5-64F9-503ABE80FF0B}"/>
              </a:ext>
            </a:extLst>
          </p:cNvPr>
          <p:cNvSpPr>
            <a:spLocks noGrp="1"/>
          </p:cNvSpPr>
          <p:nvPr>
            <p:ph type="body" sz="quarter" idx="15"/>
          </p:nvPr>
        </p:nvSpPr>
        <p:spPr/>
        <p:txBody>
          <a:bodyPr/>
          <a:lstStyle/>
          <a:p>
            <a:r>
              <a:rPr lang="en-AU" dirty="0">
                <a:latin typeface="Arial"/>
                <a:cs typeface="Arial"/>
              </a:rPr>
              <a:t>14/03/2026</a:t>
            </a:r>
          </a:p>
        </p:txBody>
      </p:sp>
    </p:spTree>
    <p:extLst>
      <p:ext uri="{BB962C8B-B14F-4D97-AF65-F5344CB8AC3E}">
        <p14:creationId xmlns:p14="http://schemas.microsoft.com/office/powerpoint/2010/main" val="3218114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A731A18-1BCE-0922-AD0F-1096ACD46065}"/>
              </a:ext>
            </a:extLst>
          </p:cNvPr>
          <p:cNvSpPr>
            <a:spLocks noGrp="1"/>
          </p:cNvSpPr>
          <p:nvPr>
            <p:ph type="pic" sz="quarter" idx="13"/>
          </p:nvPr>
        </p:nvSpPr>
        <p:spPr/>
        <p:txBody>
          <a:bodyPr/>
          <a:lstStyle/>
          <a:p>
            <a:r>
              <a:rPr lang="en-AU" dirty="0"/>
              <a:t>I’d like to begin by acknowledging the Traditional Owners of the land on which we meet today, the Gadigal people of the Eora nation and pay my respects to Elders past and present.</a:t>
            </a:r>
          </a:p>
          <a:p>
            <a:r>
              <a:rPr lang="en-AU" dirty="0"/>
              <a:t>They are the first engineers, teachers and learners on these lands.</a:t>
            </a:r>
            <a:endParaRPr lang="en-AU"/>
          </a:p>
        </p:txBody>
      </p:sp>
      <p:sp>
        <p:nvSpPr>
          <p:cNvPr id="3" name="Title 2">
            <a:extLst>
              <a:ext uri="{FF2B5EF4-FFF2-40B4-BE49-F238E27FC236}">
                <a16:creationId xmlns:a16="http://schemas.microsoft.com/office/drawing/2014/main" id="{FA85DF43-397A-740C-CBBE-A6633321C528}"/>
              </a:ext>
            </a:extLst>
          </p:cNvPr>
          <p:cNvSpPr>
            <a:spLocks noGrp="1"/>
          </p:cNvSpPr>
          <p:nvPr>
            <p:ph type="title"/>
          </p:nvPr>
        </p:nvSpPr>
        <p:spPr/>
        <p:txBody>
          <a:bodyPr/>
          <a:lstStyle/>
          <a:p>
            <a:r>
              <a:rPr lang="en-AU" dirty="0"/>
              <a:t>Acknowledgement of Country</a:t>
            </a:r>
          </a:p>
        </p:txBody>
      </p:sp>
    </p:spTree>
    <p:extLst>
      <p:ext uri="{BB962C8B-B14F-4D97-AF65-F5344CB8AC3E}">
        <p14:creationId xmlns:p14="http://schemas.microsoft.com/office/powerpoint/2010/main" val="242437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kumimoji="0" lang="en-AU" sz="4800" b="0" i="0" u="none" strike="noStrike" kern="1200" cap="none" spc="0" normalizeH="0" baseline="0" noProof="0" dirty="0">
                <a:ln>
                  <a:noFill/>
                </a:ln>
                <a:effectLst/>
                <a:uLnTx/>
                <a:uFillTx/>
                <a:latin typeface="Arial" panose="020B0604020202020204" pitchFamily="34" charset="0"/>
                <a:ea typeface="+mn-ea"/>
                <a:cs typeface="+mn-cs"/>
              </a:rPr>
              <a:t>Forking Repository</a:t>
            </a:r>
            <a:br>
              <a:rPr lang="en-AU" dirty="0">
                <a:ea typeface="+mn-ea"/>
                <a:cs typeface="+mn-cs"/>
              </a:rPr>
            </a:br>
            <a:r>
              <a:rPr kumimoji="0" lang="en-AU" sz="4800" b="0" i="0" u="none" strike="noStrike" kern="1200" cap="none" spc="0" normalizeH="0" baseline="0" noProof="0" dirty="0">
                <a:ln>
                  <a:noFill/>
                </a:ln>
                <a:effectLst/>
                <a:uLnTx/>
                <a:uFillTx/>
                <a:latin typeface="Arial" panose="020B0604020202020204" pitchFamily="34" charset="0"/>
                <a:ea typeface="+mn-ea"/>
                <a:cs typeface="+mn-cs"/>
              </a:rPr>
              <a:t>&amp;</a:t>
            </a:r>
            <a:br>
              <a:rPr kumimoji="0" lang="en-AU" sz="4800" b="0" i="0" u="none" strike="noStrike" kern="1200" cap="none" spc="0" normalizeH="0" baseline="0" noProof="0" dirty="0">
                <a:ln>
                  <a:noFill/>
                </a:ln>
                <a:effectLst/>
                <a:uLnTx/>
                <a:uFillTx/>
                <a:latin typeface="Arial" panose="020B0604020202020204" pitchFamily="34" charset="0"/>
                <a:ea typeface="+mn-ea"/>
                <a:cs typeface="+mn-cs"/>
              </a:rPr>
            </a:br>
            <a:r>
              <a:rPr kumimoji="0" lang="en-AU" sz="4800" b="0" i="0" u="none" strike="noStrike" kern="1200" cap="none" spc="0" normalizeH="0" baseline="0" noProof="0" dirty="0">
                <a:ln>
                  <a:noFill/>
                </a:ln>
                <a:effectLst/>
                <a:uLnTx/>
                <a:uFillTx/>
                <a:latin typeface="Arial" panose="020B0604020202020204" pitchFamily="34" charset="0"/>
                <a:ea typeface="+mn-ea"/>
                <a:cs typeface="+mn-cs"/>
              </a:rPr>
              <a:t>Deploy a </a:t>
            </a:r>
            <a:r>
              <a:rPr kumimoji="0" lang="en-AU" sz="4800" b="0" i="0" u="none" strike="noStrike" kern="1200" cap="none" spc="0" normalizeH="0" baseline="0" noProof="0" dirty="0" err="1">
                <a:ln>
                  <a:noFill/>
                </a:ln>
                <a:effectLst/>
                <a:uLnTx/>
                <a:uFillTx/>
                <a:latin typeface="Arial" panose="020B0604020202020204" pitchFamily="34" charset="0"/>
                <a:ea typeface="+mn-ea"/>
                <a:cs typeface="+mn-cs"/>
              </a:rPr>
              <a:t>Codespace</a:t>
            </a:r>
            <a:br>
              <a:rPr kumimoji="0" lang="en-GB" sz="4800" b="0" i="0" u="none" strike="noStrike" kern="1200" cap="none" spc="0" normalizeH="0" baseline="0" noProof="0" dirty="0">
                <a:ln>
                  <a:noFill/>
                </a:ln>
                <a:solidFill>
                  <a:srgbClr val="22272B"/>
                </a:solidFill>
                <a:effectLst/>
                <a:uLnTx/>
                <a:uFillTx/>
                <a:latin typeface="Public Sans SemiBold" pitchFamily="2" charset="0"/>
                <a:ea typeface="+mn-ea"/>
                <a:cs typeface="+mn-cs"/>
              </a:rPr>
            </a:br>
            <a:br>
              <a:rPr lang="en-GB" sz="4800" b="1" dirty="0">
                <a:latin typeface="Public Sans SemiBold" pitchFamily="2" charset="0"/>
              </a:rPr>
            </a:br>
            <a:br>
              <a:rPr lang="en-GB" sz="4800" dirty="0">
                <a:latin typeface="Public Sans SemiBold" pitchFamily="2" charset="0"/>
              </a:rPr>
            </a:br>
            <a:endParaRPr lang="en-AU" dirty="0"/>
          </a:p>
        </p:txBody>
      </p:sp>
      <p:sp>
        <p:nvSpPr>
          <p:cNvPr id="6" name="Slide Number Placeholder 5">
            <a:extLst>
              <a:ext uri="{FF2B5EF4-FFF2-40B4-BE49-F238E27FC236}">
                <a16:creationId xmlns:a16="http://schemas.microsoft.com/office/drawing/2014/main" id="{91CC9984-1EC5-63F2-1511-A931BD1294B0}"/>
              </a:ext>
            </a:extLst>
          </p:cNvPr>
          <p:cNvSpPr>
            <a:spLocks noGrp="1"/>
          </p:cNvSpPr>
          <p:nvPr>
            <p:ph type="sldNum" sz="quarter" idx="4294967295"/>
          </p:nvPr>
        </p:nvSpPr>
        <p:spPr>
          <a:xfrm>
            <a:off x="11471275" y="6516688"/>
            <a:ext cx="720725" cy="179387"/>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373888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F132C94-8161-5A40-DEF6-6299659AB2BF}"/>
              </a:ext>
            </a:extLst>
          </p:cNvPr>
          <p:cNvSpPr>
            <a:spLocks noGrp="1"/>
          </p:cNvSpPr>
          <p:nvPr>
            <p:ph type="pic" sz="quarter" idx="13"/>
          </p:nvPr>
        </p:nvSpPr>
        <p:spPr/>
        <p:txBody>
          <a:bodyPr/>
          <a:lstStyle/>
          <a:p>
            <a:r>
              <a:rPr lang="en-AU" b="1" dirty="0"/>
              <a:t>Today’s Template</a:t>
            </a:r>
          </a:p>
          <a:p>
            <a:r>
              <a:rPr lang="en-AU" dirty="0">
                <a:hlinkClick r:id="rId2"/>
              </a:rPr>
              <a:t>https://github.com/benpaddlejones/ICTENSW_2026_Architecture_of_a_basic_Flask_app</a:t>
            </a:r>
          </a:p>
          <a:p>
            <a:r>
              <a:rPr lang="en-AU" b="1" dirty="0"/>
              <a:t>Examples:</a:t>
            </a:r>
          </a:p>
          <a:p>
            <a:pPr marL="342900" indent="-342900">
              <a:buFont typeface="Arial" panose="020B0604020202020204" pitchFamily="34" charset="0"/>
              <a:buChar char="•"/>
            </a:pPr>
            <a:r>
              <a:rPr lang="en-AU" dirty="0">
                <a:hlinkClick r:id="rId3"/>
              </a:rPr>
              <a:t>https://github.com/benpaddlejones/myAIChatbot</a:t>
            </a:r>
            <a:r>
              <a:rPr lang="en-AU" dirty="0"/>
              <a:t> </a:t>
            </a:r>
          </a:p>
          <a:p>
            <a:pPr marL="342900" indent="-342900">
              <a:buFont typeface="Arial" panose="020B0604020202020204" pitchFamily="34" charset="0"/>
              <a:buChar char="•"/>
            </a:pPr>
            <a:r>
              <a:rPr lang="en-AU" dirty="0">
                <a:hlinkClick r:id="rId4"/>
              </a:rPr>
              <a:t>h</a:t>
            </a:r>
            <a:r>
              <a:rPr lang="en-AU" dirty="0">
                <a:hlinkClick r:id="rId4"/>
              </a:rPr>
              <a:t>ttps://github.com/benpaddlejones/myCipherForge</a:t>
            </a:r>
            <a:r>
              <a:rPr lang="en-AU" dirty="0"/>
              <a:t>  </a:t>
            </a:r>
          </a:p>
          <a:p>
            <a:r>
              <a:rPr lang="en-AU" b="1" dirty="0"/>
              <a:t>Flask Template:</a:t>
            </a:r>
            <a:br>
              <a:rPr lang="en-AU" dirty="0"/>
            </a:br>
            <a:r>
              <a:rPr lang="en-AU" dirty="0">
                <a:hlinkClick r:id="rId2"/>
              </a:rPr>
              <a:t>https://github.com/TempeHS/TempeHS_Python-Flask_DevContainer</a:t>
            </a:r>
            <a:r>
              <a:rPr lang="en-AU" dirty="0"/>
              <a:t> </a:t>
            </a:r>
          </a:p>
        </p:txBody>
      </p:sp>
      <p:sp>
        <p:nvSpPr>
          <p:cNvPr id="3" name="Slide Number Placeholder 2">
            <a:extLst>
              <a:ext uri="{FF2B5EF4-FFF2-40B4-BE49-F238E27FC236}">
                <a16:creationId xmlns:a16="http://schemas.microsoft.com/office/drawing/2014/main" id="{1DE47697-5BF5-69F9-7FAD-6F225BE6FB6F}"/>
              </a:ext>
            </a:extLst>
          </p:cNvPr>
          <p:cNvSpPr>
            <a:spLocks noGrp="1"/>
          </p:cNvSpPr>
          <p:nvPr>
            <p:ph type="sldNum" sz="quarter" idx="12"/>
          </p:nvPr>
        </p:nvSpPr>
        <p:spPr/>
        <p:txBody>
          <a:bodyPr/>
          <a:lstStyle/>
          <a:p>
            <a:fld id="{10A01DC5-1685-4615-8240-15192985C6A2}" type="slidenum">
              <a:rPr lang="en-AU" smtClean="0"/>
              <a:t>4</a:t>
            </a:fld>
            <a:endParaRPr lang="en-AU"/>
          </a:p>
        </p:txBody>
      </p:sp>
      <p:sp>
        <p:nvSpPr>
          <p:cNvPr id="4" name="Title 3">
            <a:extLst>
              <a:ext uri="{FF2B5EF4-FFF2-40B4-BE49-F238E27FC236}">
                <a16:creationId xmlns:a16="http://schemas.microsoft.com/office/drawing/2014/main" id="{A7E1E313-0A83-28D6-D66C-6EEB4CCF327C}"/>
              </a:ext>
            </a:extLst>
          </p:cNvPr>
          <p:cNvSpPr>
            <a:spLocks noGrp="1"/>
          </p:cNvSpPr>
          <p:nvPr>
            <p:ph type="title"/>
          </p:nvPr>
        </p:nvSpPr>
        <p:spPr/>
        <p:txBody>
          <a:bodyPr/>
          <a:lstStyle/>
          <a:p>
            <a:r>
              <a:rPr lang="en-AU" dirty="0"/>
              <a:t>Todays Repos</a:t>
            </a:r>
          </a:p>
        </p:txBody>
      </p:sp>
    </p:spTree>
    <p:extLst>
      <p:ext uri="{BB962C8B-B14F-4D97-AF65-F5344CB8AC3E}">
        <p14:creationId xmlns:p14="http://schemas.microsoft.com/office/powerpoint/2010/main" val="2988393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A61DE-90B9-2508-14AC-5A915AC1E1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3FA7E4-0585-E8B8-61CE-2CAD927E930E}"/>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E699D98B-1645-AAAC-E4E3-FFFFBF38B0F8}"/>
              </a:ext>
            </a:extLst>
          </p:cNvPr>
          <p:cNvSpPr>
            <a:spLocks noGrp="1"/>
          </p:cNvSpPr>
          <p:nvPr>
            <p:ph type="title"/>
          </p:nvPr>
        </p:nvSpPr>
        <p:spPr/>
        <p:txBody>
          <a:bodyPr/>
          <a:lstStyle/>
          <a:p>
            <a:r>
              <a:rPr lang="en-AU" dirty="0"/>
              <a:t>Auto configure </a:t>
            </a:r>
            <a:r>
              <a:rPr lang="en-AU" dirty="0" err="1"/>
              <a:t>VSCode</a:t>
            </a:r>
            <a:r>
              <a:rPr lang="en-AU" dirty="0"/>
              <a:t> &amp; </a:t>
            </a:r>
            <a:r>
              <a:rPr lang="en-AU" dirty="0" err="1"/>
              <a:t>Codespaces</a:t>
            </a:r>
            <a:endParaRPr lang="en-AU" dirty="0"/>
          </a:p>
        </p:txBody>
      </p:sp>
      <p:sp>
        <p:nvSpPr>
          <p:cNvPr id="6" name="Picture Placeholder 5">
            <a:extLst>
              <a:ext uri="{FF2B5EF4-FFF2-40B4-BE49-F238E27FC236}">
                <a16:creationId xmlns:a16="http://schemas.microsoft.com/office/drawing/2014/main" id="{42337B7B-F3ED-069D-FB0B-528DE754251F}"/>
              </a:ext>
            </a:extLst>
          </p:cNvPr>
          <p:cNvSpPr>
            <a:spLocks noGrp="1"/>
          </p:cNvSpPr>
          <p:nvPr>
            <p:ph type="pic" sz="quarter" idx="20"/>
          </p:nvPr>
        </p:nvSpPr>
        <p:spPr/>
        <p:txBody>
          <a:bodyPr/>
          <a:lstStyle/>
          <a:p>
            <a:pPr>
              <a:lnSpc>
                <a:spcPct val="100000"/>
              </a:lnSpc>
              <a:spcAft>
                <a:spcPts val="600"/>
              </a:spcAft>
            </a:pPr>
            <a:r>
              <a:rPr lang="en-AU" b="1" dirty="0"/>
              <a:t>.</a:t>
            </a:r>
            <a:r>
              <a:rPr lang="en-AU" b="1" dirty="0" err="1"/>
              <a:t>devcontainer</a:t>
            </a:r>
            <a:r>
              <a:rPr lang="en-AU" b="1" dirty="0"/>
              <a:t>/</a:t>
            </a:r>
            <a:r>
              <a:rPr lang="en-AU" b="1" dirty="0" err="1"/>
              <a:t>devcontainer.json</a:t>
            </a:r>
            <a:endParaRPr lang="en-AU" b="1" dirty="0"/>
          </a:p>
          <a:p>
            <a:pPr>
              <a:lnSpc>
                <a:spcPct val="100000"/>
              </a:lnSpc>
              <a:spcAft>
                <a:spcPts val="600"/>
              </a:spcAft>
            </a:pPr>
            <a:r>
              <a:rPr lang="en-AU" dirty="0"/>
              <a:t>Configure </a:t>
            </a:r>
            <a:r>
              <a:rPr lang="en-AU" dirty="0" err="1"/>
              <a:t>Codespaces</a:t>
            </a:r>
            <a:r>
              <a:rPr lang="en-AU" dirty="0"/>
              <a:t> including dependencies, extensions and ports</a:t>
            </a:r>
          </a:p>
          <a:p>
            <a:pPr>
              <a:lnSpc>
                <a:spcPct val="100000"/>
              </a:lnSpc>
              <a:spcAft>
                <a:spcPts val="600"/>
              </a:spcAft>
            </a:pPr>
            <a:endParaRPr lang="en-AU" dirty="0"/>
          </a:p>
          <a:p>
            <a:pPr>
              <a:lnSpc>
                <a:spcPct val="100000"/>
              </a:lnSpc>
              <a:spcAft>
                <a:spcPts val="600"/>
              </a:spcAft>
            </a:pPr>
            <a:r>
              <a:rPr lang="en-AU" b="1" dirty="0"/>
              <a:t>.</a:t>
            </a:r>
            <a:r>
              <a:rPr lang="en-AU" b="1" dirty="0" err="1"/>
              <a:t>vscode</a:t>
            </a:r>
            <a:r>
              <a:rPr lang="en-AU" b="1" dirty="0"/>
              <a:t>/</a:t>
            </a:r>
            <a:r>
              <a:rPr lang="en-AU" b="1" dirty="0" err="1"/>
              <a:t>extensions.json</a:t>
            </a:r>
            <a:endParaRPr lang="en-AU" b="1" dirty="0"/>
          </a:p>
          <a:p>
            <a:pPr>
              <a:lnSpc>
                <a:spcPct val="100000"/>
              </a:lnSpc>
              <a:spcAft>
                <a:spcPts val="600"/>
              </a:spcAft>
            </a:pPr>
            <a:r>
              <a:rPr lang="en-AU" dirty="0"/>
              <a:t>Pre-fill extension suggestion list</a:t>
            </a:r>
          </a:p>
          <a:p>
            <a:pPr>
              <a:lnSpc>
                <a:spcPct val="100000"/>
              </a:lnSpc>
              <a:spcAft>
                <a:spcPts val="600"/>
              </a:spcAft>
            </a:pPr>
            <a:endParaRPr lang="en-AU" dirty="0"/>
          </a:p>
          <a:p>
            <a:pPr>
              <a:lnSpc>
                <a:spcPct val="100000"/>
              </a:lnSpc>
              <a:spcAft>
                <a:spcPts val="600"/>
              </a:spcAft>
            </a:pPr>
            <a:r>
              <a:rPr lang="en-AU" b="1" dirty="0"/>
              <a:t>.</a:t>
            </a:r>
            <a:r>
              <a:rPr lang="en-AU" b="1" dirty="0" err="1"/>
              <a:t>vscode</a:t>
            </a:r>
            <a:r>
              <a:rPr lang="en-AU" b="1" dirty="0"/>
              <a:t>/</a:t>
            </a:r>
            <a:r>
              <a:rPr lang="en-AU" b="1" dirty="0" err="1"/>
              <a:t>settings.json</a:t>
            </a:r>
            <a:endParaRPr lang="en-AU" b="1" dirty="0"/>
          </a:p>
          <a:p>
            <a:pPr>
              <a:lnSpc>
                <a:spcPct val="100000"/>
              </a:lnSpc>
              <a:spcAft>
                <a:spcPts val="600"/>
              </a:spcAft>
            </a:pPr>
            <a:r>
              <a:rPr lang="en-AU" dirty="0"/>
              <a:t>Pre-configure workspace settings</a:t>
            </a:r>
          </a:p>
          <a:p>
            <a:pPr>
              <a:lnSpc>
                <a:spcPct val="100000"/>
              </a:lnSpc>
              <a:spcAft>
                <a:spcPts val="600"/>
              </a:spcAft>
            </a:pPr>
            <a:endParaRPr lang="en-AU" dirty="0"/>
          </a:p>
          <a:p>
            <a:pPr>
              <a:lnSpc>
                <a:spcPct val="100000"/>
              </a:lnSpc>
              <a:spcAft>
                <a:spcPts val="600"/>
              </a:spcAft>
            </a:pPr>
            <a:r>
              <a:rPr lang="en-AU" b="1" dirty="0"/>
              <a:t>requirements.txt</a:t>
            </a:r>
          </a:p>
          <a:p>
            <a:r>
              <a:rPr lang="en-AU" dirty="0"/>
              <a:t>Dependencies to be installed by </a:t>
            </a:r>
            <a:r>
              <a:rPr lang="en-AU" dirty="0" err="1"/>
              <a:t>Codespaces</a:t>
            </a:r>
            <a:r>
              <a:rPr lang="en-AU" dirty="0"/>
              <a:t>, </a:t>
            </a:r>
            <a:r>
              <a:rPr lang="en-AU" dirty="0">
                <a:solidFill>
                  <a:schemeClr val="tx2"/>
                </a:solidFill>
              </a:rPr>
              <a:t>student should be keeping this up to date!</a:t>
            </a:r>
          </a:p>
        </p:txBody>
      </p:sp>
      <p:pic>
        <p:nvPicPr>
          <p:cNvPr id="12" name="Content Placeholder 11">
            <a:extLst>
              <a:ext uri="{FF2B5EF4-FFF2-40B4-BE49-F238E27FC236}">
                <a16:creationId xmlns:a16="http://schemas.microsoft.com/office/drawing/2014/main" id="{04238920-9A71-3806-BA42-40B0AEE702D7}"/>
              </a:ext>
            </a:extLst>
          </p:cNvPr>
          <p:cNvPicPr>
            <a:picLocks noGrp="1" noChangeAspect="1"/>
          </p:cNvPicPr>
          <p:nvPr>
            <p:ph sz="quarter" idx="19"/>
          </p:nvPr>
        </p:nvPicPr>
        <p:blipFill>
          <a:blip r:embed="rId3">
            <a:extLst>
              <a:ext uri="{28A0092B-C50C-407E-A947-70E740481C1C}">
                <a14:useLocalDpi xmlns:a14="http://schemas.microsoft.com/office/drawing/2010/main" val="0"/>
              </a:ext>
            </a:extLst>
          </a:blip>
          <a:srcRect/>
          <a:stretch/>
        </p:blipFill>
        <p:spPr>
          <a:xfrm>
            <a:off x="784678" y="1788014"/>
            <a:ext cx="4475691" cy="4363059"/>
          </a:xfrm>
        </p:spPr>
      </p:pic>
      <p:cxnSp>
        <p:nvCxnSpPr>
          <p:cNvPr id="16" name="Straight Arrow Connector 15">
            <a:extLst>
              <a:ext uri="{FF2B5EF4-FFF2-40B4-BE49-F238E27FC236}">
                <a16:creationId xmlns:a16="http://schemas.microsoft.com/office/drawing/2014/main" id="{804EF1DD-85C0-74A0-BC34-848FA79060D3}"/>
              </a:ext>
            </a:extLst>
          </p:cNvPr>
          <p:cNvCxnSpPr>
            <a:cxnSpLocks/>
          </p:cNvCxnSpPr>
          <p:nvPr/>
        </p:nvCxnSpPr>
        <p:spPr>
          <a:xfrm flipH="1">
            <a:off x="3195263" y="3318553"/>
            <a:ext cx="267128"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D26F7C4-461D-E7B7-0C3B-2353C2F8F063}"/>
              </a:ext>
            </a:extLst>
          </p:cNvPr>
          <p:cNvCxnSpPr>
            <a:cxnSpLocks/>
          </p:cNvCxnSpPr>
          <p:nvPr/>
        </p:nvCxnSpPr>
        <p:spPr>
          <a:xfrm flipH="1">
            <a:off x="2804845" y="4138773"/>
            <a:ext cx="267128"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482AFB8-2754-1BDC-D4C9-BA2DFFCB425F}"/>
              </a:ext>
            </a:extLst>
          </p:cNvPr>
          <p:cNvCxnSpPr>
            <a:cxnSpLocks/>
          </p:cNvCxnSpPr>
          <p:nvPr/>
        </p:nvCxnSpPr>
        <p:spPr>
          <a:xfrm flipH="1">
            <a:off x="3041151" y="3860514"/>
            <a:ext cx="267128"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F92A17F-254C-FB4C-41B9-71A96044E6C3}"/>
              </a:ext>
            </a:extLst>
          </p:cNvPr>
          <p:cNvCxnSpPr>
            <a:cxnSpLocks/>
          </p:cNvCxnSpPr>
          <p:nvPr/>
        </p:nvCxnSpPr>
        <p:spPr>
          <a:xfrm flipH="1">
            <a:off x="3041151" y="6005245"/>
            <a:ext cx="267128"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3080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D52EFE9E-B92B-C5EE-DFB6-C71727DF3FC5}"/>
              </a:ext>
            </a:extLst>
          </p:cNvPr>
          <p:cNvPicPr>
            <a:picLocks noGrp="1" noChangeAspect="1"/>
          </p:cNvPicPr>
          <p:nvPr>
            <p:ph sz="quarter" idx="19"/>
          </p:nvPr>
        </p:nvPicPr>
        <p:blipFill>
          <a:blip r:embed="rId3"/>
          <a:stretch>
            <a:fillRect/>
          </a:stretch>
        </p:blipFill>
        <p:spPr>
          <a:xfrm>
            <a:off x="800865" y="1562100"/>
            <a:ext cx="4854633" cy="4814888"/>
          </a:xfrm>
          <a:prstGeom prst="rect">
            <a:avLst/>
          </a:prstGeom>
        </p:spPr>
      </p:pic>
      <p:sp>
        <p:nvSpPr>
          <p:cNvPr id="2" name="Slide Number Placeholder 1">
            <a:extLst>
              <a:ext uri="{FF2B5EF4-FFF2-40B4-BE49-F238E27FC236}">
                <a16:creationId xmlns:a16="http://schemas.microsoft.com/office/drawing/2014/main" id="{EA6A1986-3697-97AA-C0DC-6CADA733482A}"/>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05EE6BEA-859D-A419-D7C1-966F9D81457B}"/>
              </a:ext>
            </a:extLst>
          </p:cNvPr>
          <p:cNvSpPr>
            <a:spLocks noGrp="1"/>
          </p:cNvSpPr>
          <p:nvPr>
            <p:ph type="title"/>
          </p:nvPr>
        </p:nvSpPr>
        <p:spPr/>
        <p:txBody>
          <a:bodyPr/>
          <a:lstStyle/>
          <a:p>
            <a:r>
              <a:rPr lang="en-AU" dirty="0"/>
              <a:t>Run the Flask app</a:t>
            </a:r>
          </a:p>
        </p:txBody>
      </p:sp>
      <p:sp>
        <p:nvSpPr>
          <p:cNvPr id="6" name="Picture Placeholder 5">
            <a:extLst>
              <a:ext uri="{FF2B5EF4-FFF2-40B4-BE49-F238E27FC236}">
                <a16:creationId xmlns:a16="http://schemas.microsoft.com/office/drawing/2014/main" id="{61AA1371-AC7E-E067-776E-D40056F97F5D}"/>
              </a:ext>
            </a:extLst>
          </p:cNvPr>
          <p:cNvSpPr>
            <a:spLocks noGrp="1"/>
          </p:cNvSpPr>
          <p:nvPr>
            <p:ph type="pic" sz="quarter" idx="20"/>
          </p:nvPr>
        </p:nvSpPr>
        <p:spPr/>
        <p:txBody>
          <a:bodyPr/>
          <a:lstStyle/>
          <a:p>
            <a:pPr>
              <a:lnSpc>
                <a:spcPct val="100000"/>
              </a:lnSpc>
              <a:spcAft>
                <a:spcPts val="600"/>
              </a:spcAft>
            </a:pPr>
            <a:r>
              <a:rPr lang="en-AU" b="1" dirty="0"/>
              <a:t>Run the Python script</a:t>
            </a:r>
          </a:p>
          <a:p>
            <a:pPr>
              <a:lnSpc>
                <a:spcPct val="100000"/>
              </a:lnSpc>
              <a:spcAft>
                <a:spcPts val="600"/>
              </a:spcAft>
            </a:pPr>
            <a:r>
              <a:rPr lang="en-AU" i="1" dirty="0"/>
              <a:t>Python app.py </a:t>
            </a:r>
            <a:r>
              <a:rPr lang="en-AU" dirty="0"/>
              <a:t>the in-built server is commonly called the development server, in Flask’s case it’s </a:t>
            </a:r>
            <a:r>
              <a:rPr lang="en-AU" dirty="0" err="1"/>
              <a:t>Werkzeug’s</a:t>
            </a:r>
            <a:r>
              <a:rPr lang="en-AU" dirty="0"/>
              <a:t> built-in development Web Server Gateway Interface. It will out put to the terminal:</a:t>
            </a:r>
          </a:p>
          <a:p>
            <a:pPr marL="457200" indent="-457200">
              <a:lnSpc>
                <a:spcPct val="100000"/>
              </a:lnSpc>
              <a:spcAft>
                <a:spcPts val="600"/>
              </a:spcAft>
              <a:buAutoNum type="arabicPeriod"/>
            </a:pPr>
            <a:r>
              <a:rPr lang="en-AU" dirty="0"/>
              <a:t>Start up info</a:t>
            </a:r>
          </a:p>
          <a:p>
            <a:pPr marL="457200" indent="-457200">
              <a:lnSpc>
                <a:spcPct val="100000"/>
              </a:lnSpc>
              <a:spcAft>
                <a:spcPts val="600"/>
              </a:spcAft>
              <a:buAutoNum type="arabicPeriod"/>
            </a:pPr>
            <a:r>
              <a:rPr lang="en-AU" dirty="0"/>
              <a:t>Requests</a:t>
            </a:r>
          </a:p>
          <a:p>
            <a:pPr marL="457200" indent="-457200">
              <a:lnSpc>
                <a:spcPct val="100000"/>
              </a:lnSpc>
              <a:spcAft>
                <a:spcPts val="600"/>
              </a:spcAft>
              <a:buAutoNum type="arabicPeriod"/>
            </a:pPr>
            <a:r>
              <a:rPr lang="en-AU" dirty="0"/>
              <a:t>Errors and tracebacks</a:t>
            </a:r>
          </a:p>
          <a:p>
            <a:pPr marL="457200" indent="-457200">
              <a:lnSpc>
                <a:spcPct val="100000"/>
              </a:lnSpc>
              <a:spcAft>
                <a:spcPts val="600"/>
              </a:spcAft>
              <a:buAutoNum type="arabicPeriod"/>
            </a:pPr>
            <a:r>
              <a:rPr lang="en-AU" dirty="0"/>
              <a:t>Server reload</a:t>
            </a:r>
          </a:p>
          <a:p>
            <a:pPr>
              <a:lnSpc>
                <a:spcPct val="100000"/>
              </a:lnSpc>
              <a:spcAft>
                <a:spcPts val="600"/>
              </a:spcAft>
            </a:pPr>
            <a:endParaRPr lang="en-AU" dirty="0"/>
          </a:p>
          <a:p>
            <a:pPr>
              <a:lnSpc>
                <a:spcPct val="100000"/>
              </a:lnSpc>
              <a:spcAft>
                <a:spcPts val="600"/>
              </a:spcAft>
            </a:pPr>
            <a:r>
              <a:rPr lang="en-AU" dirty="0"/>
              <a:t>Students will need to know:</a:t>
            </a:r>
          </a:p>
          <a:p>
            <a:pPr marL="457200" indent="-457200">
              <a:lnSpc>
                <a:spcPct val="100000"/>
              </a:lnSpc>
              <a:spcAft>
                <a:spcPts val="600"/>
              </a:spcAft>
              <a:buFont typeface="+mj-lt"/>
              <a:buAutoNum type="arabicPeriod"/>
            </a:pPr>
            <a:r>
              <a:rPr lang="en-AU" dirty="0"/>
              <a:t>How to access UI </a:t>
            </a:r>
          </a:p>
          <a:p>
            <a:pPr marL="457200" indent="-457200">
              <a:lnSpc>
                <a:spcPct val="100000"/>
              </a:lnSpc>
              <a:spcAft>
                <a:spcPts val="600"/>
              </a:spcAft>
              <a:buFont typeface="+mj-lt"/>
              <a:buAutoNum type="arabicPeriod"/>
            </a:pPr>
            <a:r>
              <a:rPr lang="en-AU" dirty="0"/>
              <a:t>How to kill/restart app</a:t>
            </a:r>
          </a:p>
          <a:p>
            <a:pPr>
              <a:lnSpc>
                <a:spcPct val="100000"/>
              </a:lnSpc>
              <a:spcAft>
                <a:spcPts val="600"/>
              </a:spcAft>
            </a:pPr>
            <a:endParaRPr lang="en-AU" dirty="0">
              <a:solidFill>
                <a:schemeClr val="tx2"/>
              </a:solidFill>
            </a:endParaRPr>
          </a:p>
        </p:txBody>
      </p:sp>
      <p:cxnSp>
        <p:nvCxnSpPr>
          <p:cNvPr id="14" name="Straight Arrow Connector 13">
            <a:extLst>
              <a:ext uri="{FF2B5EF4-FFF2-40B4-BE49-F238E27FC236}">
                <a16:creationId xmlns:a16="http://schemas.microsoft.com/office/drawing/2014/main" id="{9E8D3B01-57F4-1686-5869-EE1F69DE7150}"/>
              </a:ext>
            </a:extLst>
          </p:cNvPr>
          <p:cNvCxnSpPr>
            <a:cxnSpLocks/>
          </p:cNvCxnSpPr>
          <p:nvPr/>
        </p:nvCxnSpPr>
        <p:spPr>
          <a:xfrm flipH="1">
            <a:off x="2352782" y="5392220"/>
            <a:ext cx="267128"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37CF64A-FE4C-0CEC-E3BF-184002D7536D}"/>
              </a:ext>
            </a:extLst>
          </p:cNvPr>
          <p:cNvCxnSpPr>
            <a:cxnSpLocks/>
          </p:cNvCxnSpPr>
          <p:nvPr/>
        </p:nvCxnSpPr>
        <p:spPr>
          <a:xfrm flipH="1">
            <a:off x="4921322" y="5000945"/>
            <a:ext cx="267128"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AB7EE28-C167-E449-8780-0D9FF235F7F5}"/>
              </a:ext>
            </a:extLst>
          </p:cNvPr>
          <p:cNvCxnSpPr>
            <a:cxnSpLocks/>
          </p:cNvCxnSpPr>
          <p:nvPr/>
        </p:nvCxnSpPr>
        <p:spPr>
          <a:xfrm flipH="1">
            <a:off x="3411021" y="5861407"/>
            <a:ext cx="267128"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661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AE1C-EC40-6ECB-09B0-D7332C37A4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1A6EC2-3269-E1D4-2B4E-977BBF4A5EDD}"/>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5D0BB72A-7371-F0CA-AB8F-6BC2A07A50F1}"/>
              </a:ext>
            </a:extLst>
          </p:cNvPr>
          <p:cNvSpPr>
            <a:spLocks noGrp="1"/>
          </p:cNvSpPr>
          <p:nvPr>
            <p:ph type="title"/>
          </p:nvPr>
        </p:nvSpPr>
        <p:spPr/>
        <p:txBody>
          <a:bodyPr/>
          <a:lstStyle/>
          <a:p>
            <a:r>
              <a:rPr lang="en-AU" dirty="0"/>
              <a:t>Let’s build something and explore the architecture</a:t>
            </a:r>
          </a:p>
        </p:txBody>
      </p:sp>
      <p:sp>
        <p:nvSpPr>
          <p:cNvPr id="11" name="Text Placeholder 10">
            <a:extLst>
              <a:ext uri="{FF2B5EF4-FFF2-40B4-BE49-F238E27FC236}">
                <a16:creationId xmlns:a16="http://schemas.microsoft.com/office/drawing/2014/main" id="{12F04566-8DBE-9DB1-5CE0-B961D33AFFA4}"/>
              </a:ext>
            </a:extLst>
          </p:cNvPr>
          <p:cNvSpPr>
            <a:spLocks noGrp="1"/>
          </p:cNvSpPr>
          <p:nvPr>
            <p:ph type="body" sz="quarter" idx="17"/>
          </p:nvPr>
        </p:nvSpPr>
        <p:spPr/>
        <p:txBody>
          <a:bodyPr/>
          <a:lstStyle/>
          <a:p>
            <a:pPr marL="457200" indent="-457200">
              <a:buFont typeface="+mj-lt"/>
              <a:buAutoNum type="arabicPeriod"/>
            </a:pPr>
            <a:r>
              <a:rPr lang="en-AU" dirty="0">
                <a:hlinkClick r:id="rId3"/>
              </a:rPr>
              <a:t>feature: implemented a index template</a:t>
            </a:r>
            <a:endParaRPr lang="en-AU" dirty="0"/>
          </a:p>
          <a:p>
            <a:pPr marL="457200" indent="-457200">
              <a:buFont typeface="+mj-lt"/>
              <a:buAutoNum type="arabicPeriod"/>
            </a:pPr>
            <a:r>
              <a:rPr lang="en-AU" dirty="0">
                <a:hlinkClick r:id="rId4"/>
              </a:rPr>
              <a:t>feature: implement layout template and extend index.html</a:t>
            </a:r>
            <a:endParaRPr lang="en-AU" dirty="0"/>
          </a:p>
          <a:p>
            <a:pPr marL="457200" indent="-457200">
              <a:buFont typeface="+mj-lt"/>
              <a:buAutoNum type="arabicPeriod"/>
            </a:pPr>
            <a:r>
              <a:rPr lang="en-AU" dirty="0">
                <a:hlinkClick r:id="rId5"/>
              </a:rPr>
              <a:t>feature: implement bootstrap menu</a:t>
            </a:r>
            <a:endParaRPr lang="en-AU" dirty="0"/>
          </a:p>
          <a:p>
            <a:pPr marL="457200" indent="-457200">
              <a:buFont typeface="+mj-lt"/>
              <a:buAutoNum type="arabicPeriod"/>
            </a:pPr>
            <a:r>
              <a:rPr lang="en-AU" dirty="0">
                <a:hlinkClick r:id="rId6"/>
              </a:rPr>
              <a:t>feature: bootstrap login form renders</a:t>
            </a:r>
            <a:endParaRPr lang="en-AU" dirty="0"/>
          </a:p>
          <a:p>
            <a:pPr marL="457200" indent="-457200">
              <a:buFont typeface="+mj-lt"/>
              <a:buAutoNum type="arabicPeriod"/>
            </a:pPr>
            <a:r>
              <a:rPr lang="en-AU" dirty="0">
                <a:hlinkClick r:id="rId7"/>
              </a:rPr>
              <a:t>feature: implement frontend to backend data pass</a:t>
            </a:r>
            <a:endParaRPr lang="en-AU" dirty="0"/>
          </a:p>
          <a:p>
            <a:pPr marL="457200" indent="-457200">
              <a:buFont typeface="+mj-lt"/>
              <a:buAutoNum type="arabicPeriod"/>
            </a:pPr>
            <a:r>
              <a:rPr lang="en-AU" dirty="0">
                <a:hlinkClick r:id="rId8"/>
              </a:rPr>
              <a:t>feature: server logo from static folder and render in navbar</a:t>
            </a:r>
            <a:endParaRPr lang="en-AU" dirty="0"/>
          </a:p>
        </p:txBody>
      </p:sp>
    </p:spTree>
    <p:extLst>
      <p:ext uri="{BB962C8B-B14F-4D97-AF65-F5344CB8AC3E}">
        <p14:creationId xmlns:p14="http://schemas.microsoft.com/office/powerpoint/2010/main" val="2704031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CSL student template 2025" id="{970D8748-EEF6-43B9-9857-2488C1CC9476}" vid="{E91EF28A-0CB2-40DB-81A3-D9C4FA146C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78E95734E01A0449B230A39EF4BDF79" ma:contentTypeVersion="14" ma:contentTypeDescription="Create a new document." ma:contentTypeScope="" ma:versionID="2a6f830dadc03ec69fb87c61720bfb7a">
  <xsd:schema xmlns:xsd="http://www.w3.org/2001/XMLSchema" xmlns:xs="http://www.w3.org/2001/XMLSchema" xmlns:p="http://schemas.microsoft.com/office/2006/metadata/properties" xmlns:ns2="c241b316-af45-4972-bf73-68e7ceaf679a" xmlns:ns3="be079ddb-ab8d-4652-aade-093eea2234ad" targetNamespace="http://schemas.microsoft.com/office/2006/metadata/properties" ma:root="true" ma:fieldsID="08be9de281d476727732e7ef353247a3" ns2:_="" ns3:_="">
    <xsd:import namespace="c241b316-af45-4972-bf73-68e7ceaf679a"/>
    <xsd:import namespace="be079ddb-ab8d-4652-aade-093eea2234a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41b316-af45-4972-bf73-68e7ceaf6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079ddb-ab8d-4652-aade-093eea2234a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2aa3e700-c0ca-4c4f-b81c-0f7af0e99d44}" ma:internalName="TaxCatchAll" ma:showField="CatchAllData" ma:web="be079ddb-ab8d-4652-aade-093eea2234a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e079ddb-ab8d-4652-aade-093eea2234ad" xsi:nil="true"/>
    <lcf76f155ced4ddcb4097134ff3c332f xmlns="c241b316-af45-4972-bf73-68e7ceaf679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39AD6FF-4BB5-451A-B3B1-D297350D1B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41b316-af45-4972-bf73-68e7ceaf679a"/>
    <ds:schemaRef ds:uri="be079ddb-ab8d-4652-aade-093eea2234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529EC61-8433-4465-B5BF-F9D5B2C0BDE3}">
  <ds:schemaRefs>
    <ds:schemaRef ds:uri="http://schemas.microsoft.com/sharepoint/v3/contenttype/forms"/>
  </ds:schemaRefs>
</ds:datastoreItem>
</file>

<file path=customXml/itemProps3.xml><?xml version="1.0" encoding="utf-8"?>
<ds:datastoreItem xmlns:ds="http://schemas.openxmlformats.org/officeDocument/2006/customXml" ds:itemID="{3680DAA2-907E-4CB5-B016-D0DA35A045BF}">
  <ds:schemaRefs>
    <ds:schemaRef ds:uri="http://purl.org/dc/elements/1.1/"/>
    <ds:schemaRef ds:uri="http://purl.org/dc/terms/"/>
    <ds:schemaRef ds:uri="http://purl.org/dc/dcmitype/"/>
    <ds:schemaRef ds:uri="http://schemas.microsoft.com/office/2006/documentManagement/types"/>
    <ds:schemaRef ds:uri="http://schemas.microsoft.com/office/infopath/2007/PartnerControls"/>
    <ds:schemaRef ds:uri="be079ddb-ab8d-4652-aade-093eea2234ad"/>
    <ds:schemaRef ds:uri="http://www.w3.org/XML/1998/namespace"/>
    <ds:schemaRef ds:uri="http://schemas.openxmlformats.org/package/2006/metadata/core-properties"/>
    <ds:schemaRef ds:uri="c241b316-af45-4972-bf73-68e7ceaf679a"/>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Secondary classroom slide deck template 2025</Template>
  <TotalTime>3796</TotalTime>
  <Words>380</Words>
  <Application>Microsoft Office PowerPoint</Application>
  <PresentationFormat>Widescreen</PresentationFormat>
  <Paragraphs>58</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Public Sans Light</vt:lpstr>
      <vt:lpstr>Arial</vt:lpstr>
      <vt:lpstr>Times New Roman</vt:lpstr>
      <vt:lpstr>Public Sans</vt:lpstr>
      <vt:lpstr>Public Sans SemiBold</vt:lpstr>
      <vt:lpstr>NSWG Corporate</vt:lpstr>
      <vt:lpstr>Architecture of a Python Flask app</vt:lpstr>
      <vt:lpstr>Acknowledgement of Country</vt:lpstr>
      <vt:lpstr>Forking Repository &amp; Deploy a Codespace   </vt:lpstr>
      <vt:lpstr>Todays Repos</vt:lpstr>
      <vt:lpstr>Auto configure VSCode &amp; Codespaces</vt:lpstr>
      <vt:lpstr>Run the Flask app</vt:lpstr>
      <vt:lpstr>Let’s build something and explore the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Davis</dc:creator>
  <cp:lastModifiedBy>Ben Jones (Ben Jones)</cp:lastModifiedBy>
  <cp:revision>13</cp:revision>
  <dcterms:created xsi:type="dcterms:W3CDTF">2024-10-17T05:40:06Z</dcterms:created>
  <dcterms:modified xsi:type="dcterms:W3CDTF">2026-03-13T04:39:42Z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0x010100978E95734E01A0449B230A39EF4BDF79</vt:lpwstr>
  </property>
  <property fmtid="{D5CDD505-2E9C-101B-9397-08002B2CF9AE}" pid="3" name="MediaServiceImageTags">
    <vt:lpwstr/>
  </property>
  <property fmtid="{D5CDD505-2E9C-101B-9397-08002B2CF9AE}" pid="4" name="MSIP_Label_b603dfd7-d93a-4381-a340-2995d8282205_Enabled">
    <vt:lpwstr>true</vt:lpwstr>
  </property>
  <property fmtid="{D5CDD505-2E9C-101B-9397-08002B2CF9AE}" pid="5" name="MSIP_Label_b603dfd7-d93a-4381-a340-2995d8282205_SetDate">
    <vt:lpwstr>2023-07-07T02:46:40Z</vt:lpwstr>
  </property>
  <property fmtid="{D5CDD505-2E9C-101B-9397-08002B2CF9AE}" pid="6" name="MSIP_Label_b603dfd7-d93a-4381-a340-2995d8282205_Method">
    <vt:lpwstr>Standard</vt:lpwstr>
  </property>
  <property fmtid="{D5CDD505-2E9C-101B-9397-08002B2CF9AE}" pid="7" name="MSIP_Label_b603dfd7-d93a-4381-a340-2995d8282205_Name">
    <vt:lpwstr>OFFICIAL</vt:lpwstr>
  </property>
  <property fmtid="{D5CDD505-2E9C-101B-9397-08002B2CF9AE}" pid="8" name="MSIP_Label_b603dfd7-d93a-4381-a340-2995d8282205_SiteId">
    <vt:lpwstr>05a0e69a-418a-47c1-9c25-9387261bf991</vt:lpwstr>
  </property>
  <property fmtid="{D5CDD505-2E9C-101B-9397-08002B2CF9AE}" pid="9" name="MSIP_Label_b603dfd7-d93a-4381-a340-2995d8282205_ActionId">
    <vt:lpwstr>a8bf8051-9d17-4791-8c94-11bc95fd3c4a</vt:lpwstr>
  </property>
  <property fmtid="{D5CDD505-2E9C-101B-9397-08002B2CF9AE}" pid="10" name="MSIP_Label_b603dfd7-d93a-4381-a340-2995d8282205_ContentBits">
    <vt:lpwstr>0</vt:lpwstr>
  </property>
</Properties>
</file>